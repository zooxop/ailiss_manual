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400" r:id="rId2"/>
    <p:sldId id="258" r:id="rId3"/>
    <p:sldId id="403" r:id="rId4"/>
    <p:sldId id="405" r:id="rId5"/>
    <p:sldId id="404" r:id="rId6"/>
  </p:sldIdLst>
  <p:sldSz cx="9906000" cy="6858000" type="A4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395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6583" autoAdjust="0"/>
    <p:restoredTop sz="94660" autoAdjust="0"/>
  </p:normalViewPr>
  <p:slideViewPr>
    <p:cSldViewPr>
      <p:cViewPr varScale="1">
        <p:scale>
          <a:sx n="75" d="100"/>
          <a:sy n="75" d="100"/>
        </p:scale>
        <p:origin x="-1584" y="-96"/>
      </p:cViewPr>
      <p:guideLst>
        <p:guide orient="horz" pos="935"/>
        <p:guide pos="27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1398" y="-84"/>
      </p:cViewPr>
      <p:guideLst>
        <p:guide orient="horz" pos="2144"/>
        <p:guide pos="313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30567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3BC38-6B88-48E1-946D-21E545C3368A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30567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EC1D-3534-4B3A-8CB3-E6F221D9F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567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33571-A313-4801-8FCB-C6EB3B94E46D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5788" y="511175"/>
            <a:ext cx="3687762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567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75355-C4FD-4FBD-9908-FB753DE1AA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 smtClean="0">
                <a:latin typeface="HY동녘M" pitchFamily="18" charset="-127"/>
                <a:ea typeface="HY동녘M" pitchFamily="18" charset="-127"/>
              </a:rPr>
              <a:t>Ⅰ-</a:t>
            </a:r>
            <a:fld id="{4DA07E4F-6DD0-4CC4-88B7-868E7B7710E0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그림 7" descr="로고1.png"/>
          <p:cNvPicPr>
            <a:picLocks noChangeAspect="1"/>
          </p:cNvPicPr>
          <p:nvPr userDrawn="1"/>
        </p:nvPicPr>
        <p:blipFill>
          <a:blip r:embed="rId12" cstate="print"/>
          <a:srcRect l="23255" t="44750" r="23254" b="45800"/>
          <a:stretch>
            <a:fillRect/>
          </a:stretch>
        </p:blipFill>
        <p:spPr>
          <a:xfrm>
            <a:off x="7204298" y="6472386"/>
            <a:ext cx="1105808" cy="27645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200472" y="714356"/>
            <a:ext cx="9505056" cy="5738832"/>
          </a:xfrm>
          <a:prstGeom prst="roundRect">
            <a:avLst>
              <a:gd name="adj" fmla="val 2184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4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72480" y="260648"/>
            <a:ext cx="1323906" cy="31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직선 연결선 10"/>
          <p:cNvCxnSpPr/>
          <p:nvPr userDrawn="1"/>
        </p:nvCxnSpPr>
        <p:spPr>
          <a:xfrm>
            <a:off x="1856656" y="302204"/>
            <a:ext cx="0" cy="23096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8265584" y="6530683"/>
            <a:ext cx="151195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>
                    <a:lumMod val="65000"/>
                  </a:schemeClr>
                </a:solidFill>
              </a:rPr>
              <a:t>Copyright </a:t>
            </a:r>
            <a:r>
              <a:rPr lang="en-US" altLang="ko-KR" sz="700" b="1" dirty="0" smtClean="0">
                <a:solidFill>
                  <a:schemeClr val="bg1">
                    <a:lumMod val="65000"/>
                  </a:schemeClr>
                </a:solidFill>
              </a:rPr>
              <a:t>ⓒ </a:t>
            </a:r>
            <a:r>
              <a:rPr lang="ko-KR" altLang="en-US" sz="700" b="1" dirty="0" smtClean="0">
                <a:solidFill>
                  <a:schemeClr val="bg1">
                    <a:lumMod val="65000"/>
                  </a:schemeClr>
                </a:solidFill>
              </a:rPr>
              <a:t>㈜ 아름누리메디컴</a:t>
            </a:r>
            <a:endParaRPr lang="ko-KR" altLang="en-US" sz="7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1738290" y="214290"/>
            <a:ext cx="2871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dirty="0" smtClean="0">
                <a:latin typeface="HY동녘M" pitchFamily="18" charset="-127"/>
                <a:ea typeface="HY동녘M" pitchFamily="18" charset="-127"/>
              </a:rPr>
              <a:t>Ⅰ.  </a:t>
            </a:r>
            <a:r>
              <a:rPr lang="ko-KR" altLang="en-US" sz="1800" dirty="0" smtClean="0">
                <a:latin typeface="HY동녘M" pitchFamily="18" charset="-127"/>
                <a:ea typeface="HY동녘M" pitchFamily="18" charset="-127"/>
              </a:rPr>
              <a:t>메인화면 및 공통사항</a:t>
            </a:r>
            <a:endParaRPr lang="ko-KR" altLang="en-US" sz="18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5999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440832" y="2636912"/>
            <a:ext cx="552266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Ⅰ. </a:t>
            </a:r>
            <a:r>
              <a:rPr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프로그램 실행 </a:t>
            </a:r>
            <a:r>
              <a:rPr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로그인</a:t>
            </a:r>
            <a:endParaRPr lang="en-US" altLang="ko-KR" sz="3600" dirty="0" smtClean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8" name="그림 7" descr="앨리스화면.png"/>
          <p:cNvPicPr>
            <a:picLocks noChangeAspect="1"/>
          </p:cNvPicPr>
          <p:nvPr/>
        </p:nvPicPr>
        <p:blipFill>
          <a:blip r:embed="rId2" cstate="print"/>
          <a:srcRect l="13019" t="12311" r="2361" b="5616"/>
          <a:stretch>
            <a:fillRect/>
          </a:stretch>
        </p:blipFill>
        <p:spPr>
          <a:xfrm>
            <a:off x="1640632" y="2708920"/>
            <a:ext cx="1944216" cy="997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6616" y="28213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프로그램 실행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&amp;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로그인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3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907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- Health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아이콘을 </a:t>
            </a:r>
            <a:r>
              <a:rPr kumimoji="0" lang="ko-KR" altLang="en-US" sz="1200" dirty="0" err="1">
                <a:latin typeface="나눔고딕OTF" pitchFamily="34" charset="-127"/>
                <a:ea typeface="나눔고딕OTF" pitchFamily="34" charset="-127"/>
              </a:rPr>
              <a:t>더블클릭하면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2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(AILISS) 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프로그램이 실행됩니다</a:t>
            </a:r>
            <a:r>
              <a:rPr kumimoji="0" lang="en-US" altLang="ko-KR" sz="1200" dirty="0">
                <a:latin typeface="나눔고딕OTF" pitchFamily="34" charset="-127"/>
                <a:ea typeface="나눔고딕OTF" pitchFamily="34" charset="-127"/>
              </a:rPr>
              <a:t>.</a:t>
            </a:r>
            <a:r>
              <a:rPr kumimoji="0" lang="ko-KR" altLang="en-US" sz="1200" dirty="0">
                <a:latin typeface="나눔고딕OTF" pitchFamily="34" charset="-127"/>
                <a:ea typeface="나눔고딕OTF" pitchFamily="34" charset="-127"/>
              </a:rPr>
              <a:t> </a:t>
            </a:r>
            <a:endParaRPr kumimoji="0" lang="en-US" altLang="ko-KR" sz="1200" dirty="0"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9750" y="2000250"/>
            <a:ext cx="3322638" cy="181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24505" y="1593850"/>
            <a:ext cx="41084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자동 업데이트</a:t>
            </a:r>
            <a:endParaRPr kumimoji="0" lang="en-US" altLang="ko-KR" sz="1000" b="1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프로그램을 실행할 때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자동 업데이트를 실시합니다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프로그램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결과지 양식 추가 및 수정 등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프로그램과 관련된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항목들 대부분이 여기서 업데이트 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* PC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 설치되어 있는 백신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(ex: </a:t>
            </a:r>
            <a:r>
              <a:rPr kumimoji="0" lang="en-US" altLang="ko-KR" sz="1000" dirty="0" err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Ahnlab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en-US" altLang="ko-KR" sz="1000" dirty="0" err="1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SafeTransaction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, V3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등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)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에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r>
              <a:rPr kumimoji="0" lang="ko-KR" altLang="en-US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의해 자동 업데이트 프로그램이 정상적으로 실행되지 않을 수 있습니다</a:t>
            </a: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 startAt="2"/>
              <a:defRPr/>
            </a:pPr>
            <a:r>
              <a:rPr kumimoji="0" lang="ko-KR" altLang="en-US" sz="1000" b="1" dirty="0">
                <a:latin typeface="나눔고딕OTF" pitchFamily="34" charset="-127"/>
                <a:ea typeface="나눔고딕OTF" pitchFamily="34" charset="-127"/>
              </a:rPr>
              <a:t>로그인</a:t>
            </a:r>
            <a:endParaRPr kumimoji="0" lang="en-US" altLang="ko-KR" sz="1000" b="1" dirty="0">
              <a:latin typeface="나눔고딕OTF" pitchFamily="34" charset="-127"/>
              <a:ea typeface="나눔고딕OTF" pitchFamily="34" charset="-127"/>
            </a:endParaRP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업데이트가 완료되면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로그인 화면이 표시됩니다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  <a:endParaRPr kumimoji="0" lang="en-US" altLang="ko-KR" sz="1000" dirty="0">
              <a:solidFill>
                <a:srgbClr val="FF0000"/>
              </a:solidFill>
              <a:latin typeface="나눔고딕OTF" pitchFamily="34" charset="-127"/>
              <a:ea typeface="나눔고딕OTF" pitchFamily="34" charset="-127"/>
            </a:endParaRP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solidFill>
                  <a:srgbClr val="FF0000"/>
                </a:solidFill>
                <a:latin typeface="나눔고딕OTF" pitchFamily="34" charset="-127"/>
                <a:ea typeface="나눔고딕OTF" pitchFamily="34" charset="-127"/>
              </a:rPr>
              <a:t>   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설정되어 있는 아이디와 패스워드를 입력하면 </a:t>
            </a:r>
            <a:r>
              <a:rPr kumimoji="0" lang="ko-KR" altLang="en-US" sz="1000" dirty="0" err="1" smtClean="0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 프로그램에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접속할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  <a:p>
            <a:pPr marL="228600" indent="-228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   - “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주요변경사항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”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버튼을 클릭하면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, </a:t>
            </a:r>
            <a:r>
              <a:rPr kumimoji="0" lang="ko-KR" altLang="en-US" sz="1000" dirty="0" err="1">
                <a:latin typeface="나눔고딕OTF" pitchFamily="34" charset="-127"/>
                <a:ea typeface="나눔고딕OTF" pitchFamily="34" charset="-127"/>
              </a:rPr>
              <a:t>앨리스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 프로그램의 </a:t>
            </a:r>
            <a:r>
              <a:rPr kumimoji="0" lang="ko-KR" altLang="en-US" sz="1000" dirty="0" smtClean="0">
                <a:latin typeface="나눔고딕OTF" pitchFamily="34" charset="-127"/>
                <a:ea typeface="나눔고딕OTF" pitchFamily="34" charset="-127"/>
              </a:rPr>
              <a:t>변경 사항을 </a:t>
            </a:r>
            <a:r>
              <a:rPr kumimoji="0" lang="ko-KR" altLang="en-US" sz="1000" dirty="0">
                <a:latin typeface="나눔고딕OTF" pitchFamily="34" charset="-127"/>
                <a:ea typeface="나눔고딕OTF" pitchFamily="34" charset="-127"/>
              </a:rPr>
              <a:t>확인할 수 있습니다</a:t>
            </a:r>
            <a:r>
              <a:rPr kumimoji="0" lang="en-US" altLang="ko-KR" sz="1000" dirty="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0100" y="4330700"/>
            <a:ext cx="2786063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3875" y="2428875"/>
            <a:ext cx="762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직선 화살표 연결선 8"/>
          <p:cNvCxnSpPr/>
          <p:nvPr/>
        </p:nvCxnSpPr>
        <p:spPr>
          <a:xfrm>
            <a:off x="1381125" y="2928938"/>
            <a:ext cx="357188" cy="1587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rot="5400000">
            <a:off x="3284538" y="4070350"/>
            <a:ext cx="357188" cy="1587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21916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1.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프로그램 실행 </a:t>
            </a:r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로그인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6616" y="28213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프로그램 실행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&amp;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로그인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pic>
        <p:nvPicPr>
          <p:cNvPr id="12" name="그림 11" descr="제목 없음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0663" y="1357313"/>
            <a:ext cx="6929437" cy="496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직선 화살표 연결선 12"/>
          <p:cNvCxnSpPr>
            <a:endCxn id="20" idx="0"/>
          </p:cNvCxnSpPr>
          <p:nvPr/>
        </p:nvCxnSpPr>
        <p:spPr>
          <a:xfrm rot="5400000">
            <a:off x="6142038" y="2765425"/>
            <a:ext cx="1355725" cy="3175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11208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>
                <a:latin typeface="나눔고딕OTF" pitchFamily="34" charset="-127"/>
                <a:ea typeface="나눔고딕OTF" pitchFamily="34" charset="-127"/>
              </a:rPr>
              <a:t>2. </a:t>
            </a:r>
            <a:r>
              <a:rPr kumimoji="0" lang="ko-KR" altLang="en-US" sz="1400" b="1">
                <a:latin typeface="나눔고딕OTF" pitchFamily="34" charset="-127"/>
                <a:ea typeface="나눔고딕OTF" pitchFamily="34" charset="-127"/>
              </a:rPr>
              <a:t>메인 화면</a:t>
            </a:r>
          </a:p>
        </p:txBody>
      </p:sp>
      <p:sp>
        <p:nvSpPr>
          <p:cNvPr id="15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907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앨리스 실행 시 초기 메인화면입니다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533525" y="1571625"/>
            <a:ext cx="6475413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24000" y="1714500"/>
            <a:ext cx="6119813" cy="390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나눔고딕OTF" pitchFamily="34" charset="-127"/>
              <a:ea typeface="나눔고딕OTF" pitchFamily="34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rot="16200000" flipH="1">
            <a:off x="4425156" y="2243932"/>
            <a:ext cx="1071563" cy="12700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59"/>
          <p:cNvSpPr txBox="1">
            <a:spLocks noChangeArrowheads="1"/>
          </p:cNvSpPr>
          <p:nvPr/>
        </p:nvSpPr>
        <p:spPr bwMode="auto">
          <a:xfrm>
            <a:off x="4171950" y="2786063"/>
            <a:ext cx="1924050" cy="4619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검진 유형 별 작업메뉴 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및 프로그램 관리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0" name="TextBox 59"/>
          <p:cNvSpPr txBox="1">
            <a:spLocks noChangeArrowheads="1"/>
          </p:cNvSpPr>
          <p:nvPr/>
        </p:nvSpPr>
        <p:spPr bwMode="auto">
          <a:xfrm>
            <a:off x="5821363" y="3444875"/>
            <a:ext cx="1993900" cy="2778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검진 결과 입력 및 판정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1" name="TextBox 59"/>
          <p:cNvSpPr txBox="1">
            <a:spLocks noChangeArrowheads="1"/>
          </p:cNvSpPr>
          <p:nvPr/>
        </p:nvSpPr>
        <p:spPr bwMode="auto">
          <a:xfrm>
            <a:off x="5024438" y="4357688"/>
            <a:ext cx="1995487" cy="2762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결과 조회 화면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  <p:sp>
        <p:nvSpPr>
          <p:cNvPr id="22" name="TextBox 59"/>
          <p:cNvSpPr txBox="1">
            <a:spLocks noChangeArrowheads="1"/>
          </p:cNvSpPr>
          <p:nvPr/>
        </p:nvSpPr>
        <p:spPr bwMode="auto">
          <a:xfrm>
            <a:off x="1666875" y="4357688"/>
            <a:ext cx="1995488" cy="2762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접수자 조회 화면</a:t>
            </a:r>
            <a:endParaRPr kumimoji="0" lang="en-US" altLang="ko-KR" sz="1200">
              <a:latin typeface="나눔고딕OTF" pitchFamily="34" charset="-127"/>
              <a:ea typeface="나눔고딕OTF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5999" cy="6858000"/>
          </a:xfrm>
          <a:prstGeom prst="rect">
            <a:avLst/>
          </a:prstGeom>
          <a:solidFill>
            <a:srgbClr val="BED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440832" y="2636912"/>
            <a:ext cx="552266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Ⅰ. </a:t>
            </a:r>
            <a:r>
              <a:rPr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프로그램 실행 </a:t>
            </a:r>
            <a:r>
              <a:rPr lang="en-US" altLang="ko-KR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&amp; </a:t>
            </a:r>
            <a:r>
              <a:rPr lang="ko-KR" altLang="en-US" sz="3600" b="1" dirty="0" smtClean="0"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로그인</a:t>
            </a:r>
            <a:endParaRPr lang="en-US" altLang="ko-KR" sz="3600" dirty="0" smtClean="0">
              <a:solidFill>
                <a:schemeClr val="bg1"/>
              </a:solidFill>
              <a:latin typeface="나눔고딕OTF" pitchFamily="34" charset="-127"/>
              <a:ea typeface="나눔고딕OTF" pitchFamily="34" charset="-127"/>
            </a:endParaRPr>
          </a:p>
        </p:txBody>
      </p:sp>
      <p:pic>
        <p:nvPicPr>
          <p:cNvPr id="8" name="그림 7" descr="앨리스화면.png"/>
          <p:cNvPicPr>
            <a:picLocks noChangeAspect="1"/>
          </p:cNvPicPr>
          <p:nvPr/>
        </p:nvPicPr>
        <p:blipFill>
          <a:blip r:embed="rId2" cstate="print"/>
          <a:srcRect l="13019" t="12311" r="2361" b="5616"/>
          <a:stretch>
            <a:fillRect/>
          </a:stretch>
        </p:blipFill>
        <p:spPr>
          <a:xfrm>
            <a:off x="1640632" y="2708920"/>
            <a:ext cx="1944216" cy="997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96616" y="28213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나눔고딕OTF ExtraBold" pitchFamily="34" charset="-127"/>
                <a:ea typeface="나눔고딕OTF ExtraBold" pitchFamily="34" charset="-127"/>
              </a:rPr>
              <a:t>접수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23" name="TextBox 4"/>
          <p:cNvSpPr txBox="1">
            <a:spLocks noChangeArrowheads="1"/>
          </p:cNvSpPr>
          <p:nvPr/>
        </p:nvSpPr>
        <p:spPr bwMode="auto">
          <a:xfrm>
            <a:off x="381000" y="785813"/>
            <a:ext cx="7344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나눔고딕OTF" pitchFamily="34" charset="-127"/>
                <a:ea typeface="나눔고딕OTF" pitchFamily="34" charset="-127"/>
              </a:rPr>
              <a:t>1. </a:t>
            </a:r>
            <a:r>
              <a:rPr kumimoji="0" lang="ko-KR" altLang="en-US" sz="1400" b="1" dirty="0">
                <a:latin typeface="나눔고딕OTF" pitchFamily="34" charset="-127"/>
                <a:ea typeface="나눔고딕OTF" pitchFamily="34" charset="-127"/>
              </a:rPr>
              <a:t>접수</a:t>
            </a:r>
          </a:p>
        </p:txBody>
      </p:sp>
      <p:sp>
        <p:nvSpPr>
          <p:cNvPr id="24" name="TextBox 59"/>
          <p:cNvSpPr txBox="1">
            <a:spLocks noChangeArrowheads="1"/>
          </p:cNvSpPr>
          <p:nvPr/>
        </p:nvSpPr>
        <p:spPr bwMode="auto">
          <a:xfrm>
            <a:off x="415925" y="1052513"/>
            <a:ext cx="9074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 -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메인화면에서 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“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접수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(F3)” </a:t>
            </a:r>
            <a:r>
              <a:rPr kumimoji="0" lang="ko-KR" altLang="en-US" sz="1200">
                <a:latin typeface="나눔고딕OTF" pitchFamily="34" charset="-127"/>
                <a:ea typeface="나눔고딕OTF" pitchFamily="34" charset="-127"/>
              </a:rPr>
              <a:t>버튼을 누르면 아래 화면이 나타납니다</a:t>
            </a:r>
            <a:r>
              <a:rPr kumimoji="0" lang="en-US" altLang="ko-KR" sz="1200">
                <a:latin typeface="나눔고딕OTF" pitchFamily="34" charset="-127"/>
                <a:ea typeface="나눔고딕OTF" pitchFamily="34" charset="-127"/>
              </a:rPr>
              <a:t>.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9300" y="1704975"/>
            <a:ext cx="5862638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7030A0"/>
          </a:solidFill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7068</TotalTime>
  <Words>181</Words>
  <Application>Microsoft Office PowerPoint</Application>
  <PresentationFormat>A4 용지(210x297mm)</PresentationFormat>
  <Paragraphs>24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디자인 사용자 지정</vt:lpstr>
      <vt:lpstr>슬라이드 0</vt:lpstr>
      <vt:lpstr>슬라이드 1</vt:lpstr>
      <vt:lpstr>슬라이드 2</vt:lpstr>
      <vt:lpstr>슬라이드 3</vt:lpstr>
      <vt:lpstr>슬라이드 4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mchnca</cp:lastModifiedBy>
  <cp:revision>669</cp:revision>
  <dcterms:created xsi:type="dcterms:W3CDTF">2015-12-03T08:16:51Z</dcterms:created>
  <dcterms:modified xsi:type="dcterms:W3CDTF">2016-12-02T00:38:20Z</dcterms:modified>
</cp:coreProperties>
</file>