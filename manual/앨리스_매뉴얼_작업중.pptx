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53"/>
  </p:notesMasterIdLst>
  <p:handoutMasterIdLst>
    <p:handoutMasterId r:id="rId54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47" r:id="rId35"/>
    <p:sldId id="448" r:id="rId36"/>
    <p:sldId id="449" r:id="rId37"/>
    <p:sldId id="450" r:id="rId38"/>
    <p:sldId id="451" r:id="rId39"/>
    <p:sldId id="452" r:id="rId40"/>
    <p:sldId id="453" r:id="rId41"/>
    <p:sldId id="454" r:id="rId42"/>
    <p:sldId id="455" r:id="rId43"/>
    <p:sldId id="457" r:id="rId44"/>
    <p:sldId id="458" r:id="rId45"/>
    <p:sldId id="459" r:id="rId46"/>
    <p:sldId id="460" r:id="rId47"/>
    <p:sldId id="461" r:id="rId48"/>
    <p:sldId id="429" r:id="rId49"/>
    <p:sldId id="430" r:id="rId50"/>
    <p:sldId id="431" r:id="rId51"/>
    <p:sldId id="432" r:id="rId52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698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2017-04-11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 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738158" y="1571612"/>
            <a:ext cx="9001187" cy="3619511"/>
            <a:chOff x="738158" y="1571612"/>
            <a:chExt cx="9001187" cy="3619511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81034" y="1643050"/>
              <a:ext cx="2724150" cy="2695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직사각형 9"/>
            <p:cNvSpPr/>
            <p:nvPr/>
          </p:nvSpPr>
          <p:spPr>
            <a:xfrm>
              <a:off x="881034" y="4000504"/>
              <a:ext cx="571504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sp>
          <p:nvSpPr>
            <p:cNvPr id="11" name="타원 10"/>
            <p:cNvSpPr/>
            <p:nvPr/>
          </p:nvSpPr>
          <p:spPr>
            <a:xfrm>
              <a:off x="738158" y="3857628"/>
              <a:ext cx="214314" cy="21431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 dirty="0" smtClean="0">
                  <a:solidFill>
                    <a:schemeClr val="tx1"/>
                  </a:solidFill>
                </a:rPr>
                <a:t>1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3667116" y="1571612"/>
              <a:ext cx="6072229" cy="2123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묶음코드 생성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 정보 화면을 초기화 한 뒤 새로운 묶음코드 정보를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코드번호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는 타 코드와 중복 될 수 없고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숫자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문자 포함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10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묶음코드 명을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직접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수납받을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후불금액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공단에 청구할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계약처금액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사업장 계약 검진 묶음 생성 시 사업장과 계약한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검진종류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건강검진 등 생성할 묶음의 검진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“Remark”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접수 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찾기 편하도록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“3”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입력하면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 시 오더 검색 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클릭했을 때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완료합니다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95414" y="2372776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38356" y="2570614"/>
              <a:ext cx="5000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66918" y="3394918"/>
              <a:ext cx="10001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검진종류 선택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5692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검사금액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129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후불금액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09860" y="3000372"/>
              <a:ext cx="71438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 smtClean="0">
                  <a:solidFill>
                    <a:srgbClr val="FF0000"/>
                  </a:solidFill>
                </a:rPr>
                <a:t>계약처금액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3095612" y="3571876"/>
              <a:ext cx="285752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881430" y="3143248"/>
              <a:ext cx="2924175" cy="20478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9" name="TextBox 28"/>
            <p:cNvSpPr txBox="1"/>
            <p:nvPr/>
          </p:nvSpPr>
          <p:spPr>
            <a:xfrm>
              <a:off x="4310058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1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881562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2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1005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3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906276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4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98104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5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24570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6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55758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7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7" name="Shape 36"/>
            <p:cNvCxnSpPr>
              <a:stCxn id="28" idx="3"/>
            </p:cNvCxnSpPr>
            <p:nvPr/>
          </p:nvCxnSpPr>
          <p:spPr>
            <a:xfrm flipV="1">
              <a:off x="3381364" y="3000972"/>
              <a:ext cx="500066" cy="71378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9104" y="1797840"/>
            <a:ext cx="3380954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952472" y="1928802"/>
            <a:ext cx="1500198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80959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복사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기존 묶음코드를 복사하여 새로운 묶음코드를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95810" y="1571612"/>
            <a:ext cx="514353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묶음코드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코드번호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묶음명으로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생성되어 있는 묶음코드를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묶음코드 중 복사할 묶음코드를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”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버튼을 클릭하여 체크한 묶음 코드를 화면의 오른쪽으로 넘깁니다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코드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넘긴 묶음 코드가 표시되고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하단에 묶음에 들어있는 개별 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넘긴 묶음코드 목록에서 최종적으로 복사할 묶음을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새로 생성할 묶음 코드의 코드번호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코드명을 입력한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클릭하면 복사한 묶음코드와 동일한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세팅의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묶음 코드가 새로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454874" y="2882210"/>
            <a:ext cx="330271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8" name="Shape 27"/>
          <p:cNvCxnSpPr>
            <a:stCxn id="10" idx="3"/>
            <a:endCxn id="22" idx="0"/>
          </p:cNvCxnSpPr>
          <p:nvPr/>
        </p:nvCxnSpPr>
        <p:spPr>
          <a:xfrm>
            <a:off x="2452670" y="2678901"/>
            <a:ext cx="167340" cy="203309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793384" y="1928802"/>
            <a:ext cx="1500198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3" name="타원 32"/>
          <p:cNvSpPr/>
          <p:nvPr/>
        </p:nvSpPr>
        <p:spPr>
          <a:xfrm>
            <a:off x="266698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22012" y="20002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코드번호</a:t>
            </a:r>
            <a:endParaRPr lang="ko-KR" altLang="en-US" sz="8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22012" y="21266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코드명</a:t>
            </a:r>
            <a:endParaRPr lang="en-US" altLang="ko-KR" sz="8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7471" y="1857364"/>
            <a:ext cx="3491149" cy="27973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소견코드 설정</a:t>
            </a:r>
            <a:endParaRPr kumimoji="0" lang="en-US" altLang="ko-KR" sz="14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55709" y="3096524"/>
            <a:ext cx="3429024" cy="1428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소견코드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5709" y="2239268"/>
            <a:ext cx="3429024" cy="7611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604595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4524372" y="1571612"/>
            <a:ext cx="5214973" cy="4452964"/>
            <a:chOff x="4524372" y="1571612"/>
            <a:chExt cx="5214973" cy="445296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4524372" y="1571612"/>
              <a:ext cx="5214973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 형식 결과값을 저장해놓고 사용할 수 있는 소견 코드 목록입니다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선택하면 아래의 소견 정보에 소견내용이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 정보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소견명과 내용을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소견 내용을 수정하고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내용이 수정됩니다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소견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타 코드와 중복되지 않게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8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신규로 생성할 소견코드를 검사코드에 연결시킵니다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검사코드를 연결하면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소견형태의 검사 결과값을 입력할 때 검색하여 사용할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4810124" y="2909906"/>
              <a:ext cx="3429024" cy="17222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7" name="TextBox 16"/>
            <p:cNvSpPr txBox="1"/>
            <p:nvPr/>
          </p:nvSpPr>
          <p:spPr>
            <a:xfrm>
              <a:off x="4881562" y="3357562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smtClean="0">
                  <a:solidFill>
                    <a:srgbClr val="FF0000"/>
                  </a:solidFill>
                </a:rPr>
                <a:t>소견내용</a:t>
              </a:r>
              <a:endParaRPr lang="en-US" altLang="ko-KR" sz="800" dirty="0" smtClean="0">
                <a:solidFill>
                  <a:srgbClr val="FF0000"/>
                </a:solidFill>
              </a:endParaRP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15053" y="5357826"/>
              <a:ext cx="1152525" cy="666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8" name="직사각형 17"/>
            <p:cNvSpPr/>
            <p:nvPr/>
          </p:nvSpPr>
          <p:spPr>
            <a:xfrm>
              <a:off x="6015053" y="5500702"/>
              <a:ext cx="303303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97840"/>
            <a:ext cx="4585535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항목설정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참고치 설정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071678"/>
            <a:ext cx="335758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공단검진 참고치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검진차수 에 해당하는 공단검진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 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A,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B,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질환의심 범위의 참고치를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 프로그램의 자체 기준치 설정과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참고치를 자체적으로 수정하여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통보서 출력 시 여기에 입력한 참고치를 사용합니다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본인부담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항목 별 금액의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10%,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90%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검사수가는 매 년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본사에서 업데이트 해드립니다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2071678"/>
            <a:ext cx="121444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3952868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738158" y="1975095"/>
            <a:ext cx="4585535" cy="3064372"/>
            <a:chOff x="738158" y="1975095"/>
            <a:chExt cx="4585535" cy="3064372"/>
          </a:xfrm>
        </p:grpSpPr>
        <p:pic>
          <p:nvPicPr>
            <p:cNvPr id="22530" name="Picture 8"/>
            <p:cNvPicPr>
              <a:picLocks noChangeAspect="1" noChangeArrowheads="1"/>
            </p:cNvPicPr>
            <p:nvPr/>
          </p:nvPicPr>
          <p:blipFill>
            <a:blip r:embed="rId2"/>
            <a:stretch>
              <a:fillRect/>
            </a:stretch>
          </p:blipFill>
          <p:spPr bwMode="auto">
            <a:xfrm>
              <a:off x="738158" y="1975095"/>
              <a:ext cx="4585535" cy="30643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2" name="TextBox 11"/>
            <p:cNvSpPr txBox="1"/>
            <p:nvPr/>
          </p:nvSpPr>
          <p:spPr>
            <a:xfrm>
              <a:off x="1238224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38290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검사수가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항목설정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45720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코드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항목표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학생검진 검사항목에 해당하는 항목 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사용하시는 코드를 검사항목에 각각 입력해주시면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입력란의 우측에는 검사 수가를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학교 밖 검진 항목설정도 사용방법이 동일합니다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1" y="1857364"/>
            <a:ext cx="4734450" cy="32861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08262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판정코드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10001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판정코드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일반검진 자동판정 코드 및 기준치를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등록되어 있는 판정 조건을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검사코드별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판정별로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정렬하여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 상단에서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참고치 및 판정 정보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좌측에서 선택한 판정 조건의 세부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화면에서 판정 조건과 연결되어 있는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숫자인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남녀 각각 최하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최상 참고치를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참고치를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 결과값과 참고치를 동일하게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- ex)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과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은 서로 다른 결과값으로 인식됩니다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내릴 판정 유형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(B, R1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세부판정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선택하고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입력할 소견을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 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설정한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항목에 자동으로 추가할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접수를 할 때 코드가 자동으로 추가됩니다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판정 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혈당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대상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=&gt;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당뇨검사 판정 코드에서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 항목에 혈당검사 코드 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61620" cy="2786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913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552700"/>
            <a:ext cx="4857784" cy="7334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프로그램에 로그인할 때 사용할 계정 정보를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현재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서버에 등록되어 있는 사용자 목록을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 계정 전체를 조회하고 관리하려면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계정으로 로그인해야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관리자 계정의 아이디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비밀번호는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 문의하여 주십시오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관리자를 제외한 계정으로 접속하면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접속한 계정의 비밀번호만 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생성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 초기화 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입력할 수 있도록 활성화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생성할 아이디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비밀번호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권한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사용자명을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사용자 권한에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“0”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입력하면 모든 권한을 부여합니다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후에 계정을 수정하려면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조회 화면에서 계정을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수정한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아이디는 수정할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523844" y="4374170"/>
            <a:ext cx="1428760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41687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23844" y="2258326"/>
            <a:ext cx="3286148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809992" y="1785926"/>
            <a:ext cx="642942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입력창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꺾인 연결선 17"/>
          <p:cNvCxnSpPr>
            <a:stCxn id="15" idx="0"/>
            <a:endCxn id="16" idx="1"/>
          </p:cNvCxnSpPr>
          <p:nvPr/>
        </p:nvCxnSpPr>
        <p:spPr>
          <a:xfrm rot="5400000" flipH="1" flipV="1">
            <a:off x="2823693" y="1272027"/>
            <a:ext cx="329524" cy="1643074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45856" cy="30718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143116"/>
            <a:ext cx="2286016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에서 결과받기 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문자 결과값을 변경하여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검사항목 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등록되어 있는 검사항목 코드를 조회하여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형식인 항목만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항목을 클릭하면 우측에 결과 항목에 등록되어 있는 결과 코드가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결과받기로 가져오는 결과 값을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코드에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ex)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HBsAg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결과받기로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가져올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“Negative”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이면 앨리스에 결과값을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변경하여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OCS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결과치를 입력할 때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대소문자를 꼭 구분하고 공백이나 특수문자도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100%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동일하게 입력하여야 합니다</a:t>
            </a:r>
            <a:r>
              <a:rPr kumimoji="0" lang="en-US" altLang="ko-KR" sz="100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919784" y="2189840"/>
            <a:ext cx="2390406" cy="7390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09860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10450</TotalTime>
  <Words>3649</Words>
  <Application>Microsoft Office PowerPoint</Application>
  <PresentationFormat>A4 용지(210x297mm)</PresentationFormat>
  <Paragraphs>821</Paragraphs>
  <Slides>51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52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1016</cp:revision>
  <dcterms:created xsi:type="dcterms:W3CDTF">2015-12-03T08:16:51Z</dcterms:created>
  <dcterms:modified xsi:type="dcterms:W3CDTF">2017-04-11T13:12:41Z</dcterms:modified>
</cp:coreProperties>
</file>