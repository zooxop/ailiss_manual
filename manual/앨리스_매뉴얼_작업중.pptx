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46"/>
  </p:notesMasterIdLst>
  <p:handoutMasterIdLst>
    <p:handoutMasterId r:id="rId47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7" r:id="rId35"/>
    <p:sldId id="448" r:id="rId36"/>
    <p:sldId id="449" r:id="rId37"/>
    <p:sldId id="450" r:id="rId38"/>
    <p:sldId id="451" r:id="rId39"/>
    <p:sldId id="452" r:id="rId40"/>
    <p:sldId id="453" r:id="rId41"/>
    <p:sldId id="429" r:id="rId42"/>
    <p:sldId id="430" r:id="rId43"/>
    <p:sldId id="431" r:id="rId44"/>
    <p:sldId id="432" r:id="rId45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04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2017-03-04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69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생성하는법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복사하는법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넣자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9962</TotalTime>
  <Words>2932</Words>
  <Application>Microsoft Office PowerPoint</Application>
  <PresentationFormat>A4 용지(210x297mm)</PresentationFormat>
  <Paragraphs>675</Paragraphs>
  <Slides>44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5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985</cp:revision>
  <dcterms:created xsi:type="dcterms:W3CDTF">2015-12-03T08:16:51Z</dcterms:created>
  <dcterms:modified xsi:type="dcterms:W3CDTF">2017-03-03T17:21:33Z</dcterms:modified>
</cp:coreProperties>
</file>