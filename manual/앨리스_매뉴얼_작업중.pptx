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73" r:id="rId35"/>
    <p:sldId id="474" r:id="rId36"/>
    <p:sldId id="476" r:id="rId37"/>
    <p:sldId id="475" r:id="rId38"/>
    <p:sldId id="472" r:id="rId39"/>
    <p:sldId id="448" r:id="rId40"/>
    <p:sldId id="449" r:id="rId41"/>
    <p:sldId id="450" r:id="rId42"/>
    <p:sldId id="451" r:id="rId43"/>
    <p:sldId id="452" r:id="rId44"/>
    <p:sldId id="453" r:id="rId45"/>
    <p:sldId id="454" r:id="rId46"/>
    <p:sldId id="455" r:id="rId47"/>
    <p:sldId id="457" r:id="rId48"/>
    <p:sldId id="458" r:id="rId49"/>
    <p:sldId id="459" r:id="rId50"/>
    <p:sldId id="460" r:id="rId51"/>
    <p:sldId id="461" r:id="rId52"/>
    <p:sldId id="463" r:id="rId53"/>
    <p:sldId id="464" r:id="rId54"/>
    <p:sldId id="465" r:id="rId55"/>
    <p:sldId id="466" r:id="rId56"/>
    <p:sldId id="467" r:id="rId57"/>
    <p:sldId id="468" r:id="rId58"/>
    <p:sldId id="469" r:id="rId59"/>
    <p:sldId id="470" r:id="rId60"/>
    <p:sldId id="471" r:id="rId61"/>
    <p:sldId id="429" r:id="rId62"/>
    <p:sldId id="430" r:id="rId63"/>
    <p:sldId id="431" r:id="rId64"/>
    <p:sldId id="432" r:id="rId65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6583" autoAdjust="0"/>
    <p:restoredTop sz="94660" autoAdjust="0"/>
  </p:normalViewPr>
  <p:slideViewPr>
    <p:cSldViewPr>
      <p:cViewPr>
        <p:scale>
          <a:sx n="125" d="100"/>
          <a:sy n="125" d="100"/>
        </p:scale>
        <p:origin x="-1410" y="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2017-05-03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43050"/>
            <a:ext cx="5315617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30063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1785926"/>
            <a:ext cx="5286412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조회 조건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 접수되어 있는 학생검진 접수 내역을 조회할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내역은 좌측에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접수 정보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 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는 기 등록된 사업장 코드에서 등록하여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초등학교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를 꼭 입력해주시기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학교명을 참조하여 학교 구분을 자동으로 입력합니다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다 입력한 뒤에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몸무게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비만 여부에 따른 혈액검사 유무를 구분하기 위함입니다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 혹은 키보드의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“F2”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접수합니다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저장한 접수 내역은 메인 화면에서도 조회할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23844" y="1928802"/>
            <a:ext cx="1571636" cy="29289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881034" y="2714620"/>
            <a:ext cx="714379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 내역</a:t>
            </a:r>
            <a:endParaRPr lang="ko-KR" altLang="en-US" sz="1000" b="1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5960" y="1928802"/>
            <a:ext cx="3684296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02404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43050"/>
            <a:ext cx="5315617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30063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접수내역을 선택하여 결과를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접수할 때와 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문진표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문진표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표본문진표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선택하여 문진표 입력 창을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=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“2” =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아니요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125960" y="2571744"/>
            <a:ext cx="3684296" cy="26432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02404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523844" y="1928802"/>
            <a:ext cx="1500198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0" name="Shape 19"/>
          <p:cNvCxnSpPr>
            <a:stCxn id="18" idx="2"/>
            <a:endCxn id="16" idx="1"/>
          </p:cNvCxnSpPr>
          <p:nvPr/>
        </p:nvCxnSpPr>
        <p:spPr>
          <a:xfrm rot="16200000" flipH="1">
            <a:off x="896274" y="2663660"/>
            <a:ext cx="1607355" cy="852017"/>
          </a:xfrm>
          <a:prstGeom prst="bent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524240" y="5286388"/>
            <a:ext cx="1000132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381364" y="51435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pic>
        <p:nvPicPr>
          <p:cNvPr id="27" name="그림 26" descr="캡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454" y="3038562"/>
            <a:ext cx="2272030" cy="33294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78620"/>
            <a:ext cx="5315617" cy="3929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97334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판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학생판정 탭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판정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1236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메인화면의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인적조회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화면에서 학생검진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판정과 동일하게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이상소견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해당 검진자의 판정을 진행하려면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판정의사를 선택한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판정을 진행합니다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판정을 진행한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학생검진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출력하기 전 판정은 필수입니다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통보서는 상단 학생검진 탭의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학생검진 결과통보서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출력할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452670" y="2143116"/>
            <a:ext cx="3357586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309794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919662" y="1966902"/>
            <a:ext cx="353378" cy="1666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3061" y="1643050"/>
            <a:ext cx="5197181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85526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학생검진 접수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 등 필수항목을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구강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자궁경부암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매독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에이즈검사를 추가하는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추가검사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체크하고 해당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입력 및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입력할 내용을 선택하여 해당하는 결과를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모든 결과를 입력한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학생검진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판정을 진행합니다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학교밖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학생검진은 꼭 이 화면에서 진행해주셔야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595282" y="1928802"/>
            <a:ext cx="1428760" cy="29289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881034" y="2714620"/>
            <a:ext cx="714379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 내역</a:t>
            </a:r>
            <a:endParaRPr lang="ko-KR" altLang="en-US" sz="1000" b="1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24042" y="1928802"/>
            <a:ext cx="3714776" cy="5476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95282" y="1785926"/>
            <a:ext cx="4643470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195260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2024042" y="2477446"/>
            <a:ext cx="3714776" cy="2594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1" name="타원 30"/>
          <p:cNvSpPr/>
          <p:nvPr/>
        </p:nvSpPr>
        <p:spPr>
          <a:xfrm>
            <a:off x="1952604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86499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24240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Ⅶ.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고객지원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97840"/>
            <a:ext cx="4920034" cy="3559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103400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인적 별 검진결과를 조회하고 엑셀로 저장합니다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조회할 검진 자료가 많은 경우 프로그램 작동이 중지될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결과확인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하단 화면에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정보와 검진 결과값을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검진 내역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차트번호 등 인적 정보를 먼저 표시하고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항목별 검진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방향키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눌러서 이동하여 확인합니다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전환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내역을 조회한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“EXCELL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저장 경로를 묻는 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경로와 파일 이름을 확인한 뒤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현재 컴퓨터에서 사용중인 엑셀 버전이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이상인 경우에는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“EXCELL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66720" y="2541264"/>
            <a:ext cx="4865400" cy="13163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309951"/>
            <a:ext cx="3455574" cy="154780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523844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3643313"/>
            <a:ext cx="4341619" cy="27146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3"/>
          <a:srcRect b="31437"/>
          <a:stretch>
            <a:fillRect/>
          </a:stretch>
        </p:blipFill>
        <p:spPr bwMode="auto">
          <a:xfrm>
            <a:off x="666720" y="1928802"/>
            <a:ext cx="5072098" cy="150019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80530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286280" cy="6162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엑셀로 전환할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검진결과를 직접 설정하여 전환합니다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66720" y="4071942"/>
            <a:ext cx="1500198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4095744" y="1928802"/>
            <a:ext cx="500066" cy="4286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Shape 16"/>
          <p:cNvCxnSpPr>
            <a:stCxn id="15" idx="2"/>
            <a:endCxn id="1026" idx="0"/>
          </p:cNvCxnSpPr>
          <p:nvPr/>
        </p:nvCxnSpPr>
        <p:spPr>
          <a:xfrm rot="10800000" flipV="1">
            <a:off x="2837530" y="2143115"/>
            <a:ext cx="1258215" cy="1500197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타원 18"/>
          <p:cNvSpPr/>
          <p:nvPr/>
        </p:nvSpPr>
        <p:spPr>
          <a:xfrm>
            <a:off x="523844" y="364331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381232" y="4071942"/>
            <a:ext cx="1357322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52472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항목 조회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66984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 화면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1936339"/>
            <a:ext cx="5120159" cy="327107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22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SMS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등록된 인적 정보를 조회하여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를 보냅니다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서비스 로그인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서비스는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이라는 타 업체를 통해서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사용할 수 있도록 제공됩니다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회원가입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홈페이지로 연결되며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계정을 생성하고 요금을 충전한 뒤 사용하시면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생성 및 충전이 완료되면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ID,PW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소스 보고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사용법좀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04820" y="2071678"/>
            <a:ext cx="890594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936339"/>
            <a:ext cx="5092096" cy="34929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63726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연말정산에 사용할 수납내역 제출 파일을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 파일을 생성할 인적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수납일자를 기준으로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 내역이 있는 인적만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수납일이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같은 인원만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생성 내용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제출파일에 입력할 내용을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사업자번호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기관기호 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병원 코드 등록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입력한 내용이 자동으로 설정됩니다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초록색으로 표시된 항목은 필수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입력값이며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정확하게 기재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해주시기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설정이 완료된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공단파일생성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파일 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경로를 묻는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설정값이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제대로 입력되어있지 않으면 화면이 표시되지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 표시된 인원 전체가 파일에 포함되어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제출하기 전에 공단제공 프로그램에서 오류검증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제출하시기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071678"/>
            <a:ext cx="3319486" cy="4657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556504"/>
            <a:ext cx="5072098" cy="5153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101076"/>
            <a:ext cx="5092096" cy="316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검진일자를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정보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검진일자를 변경할 접수 내역의 정보를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검진일자를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검체번호를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변환일자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검진 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변경할 때는 병원 전체에서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 사용을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중단하여야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변경하는 도중에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사용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하게 되면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데이터가 잘못 입력될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검진일자 되돌리기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변경을 통해 검진일자를 변경한 인적들을 다시 원래대로 되돌립니다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조회조건을 좌측에 설정하고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되돌리기 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기존 검진일자가 변경된 인적만 실행되며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변경에 실패한 인적이 하단에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500306"/>
            <a:ext cx="2071702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809860" y="2500306"/>
            <a:ext cx="2857520" cy="214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666984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071678"/>
            <a:ext cx="5092096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639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통보일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판정일을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일괄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검진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 중 변경할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항목에 따른 기간을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 및 일자 변경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일자를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 표시된 인원 전체에 대해 일자 변경이 실행됩니다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285992"/>
            <a:ext cx="3429024" cy="2590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720" y="2571744"/>
            <a:ext cx="4857784" cy="17859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03461" y="2071678"/>
            <a:ext cx="4732862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9568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입력된 팍스 촬영 방법 정보를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유방암 중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기간을 설정한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내역과 입력되어 있는 촬영 구분 값이 표시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하단에서 변경시킬 값을 선택하고 변경버튼을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내역 전체에 대하여 변경을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38158" y="2285992"/>
            <a:ext cx="3214710" cy="3124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38158" y="2620322"/>
            <a:ext cx="4643470" cy="1880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84260"/>
            <a:ext cx="4627772" cy="406804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 유지보수 부서에서 지원합니다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사용에 있어서 문의사항이 있으시면 먼저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사업부로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연락주시기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본사 전화번호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02-522-1911 -&gt;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내선번호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번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원격지원 시작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프로그램 다운로드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원격제어 프로그램을 다운 및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프로그램이 실행되면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본사 직원이 안내해준 번호를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동의를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666984" y="4000504"/>
            <a:ext cx="1000132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524108" y="385762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024174" y="4357694"/>
            <a:ext cx="2357454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4" name="Shape 13"/>
          <p:cNvCxnSpPr>
            <a:stCxn id="18" idx="3"/>
            <a:endCxn id="15" idx="0"/>
          </p:cNvCxnSpPr>
          <p:nvPr/>
        </p:nvCxnSpPr>
        <p:spPr>
          <a:xfrm>
            <a:off x="3667116" y="4179099"/>
            <a:ext cx="535785" cy="178595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 descr="캡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74" y="3571876"/>
            <a:ext cx="2236502" cy="27644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10886</TotalTime>
  <Words>4405</Words>
  <Application>Microsoft Office PowerPoint</Application>
  <PresentationFormat>A4 용지(210x297mm)</PresentationFormat>
  <Paragraphs>1014</Paragraphs>
  <Slides>64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65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슬라이드 62</vt:lpstr>
      <vt:lpstr>슬라이드 63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1073</cp:revision>
  <dcterms:created xsi:type="dcterms:W3CDTF">2015-12-03T08:16:51Z</dcterms:created>
  <dcterms:modified xsi:type="dcterms:W3CDTF">2017-05-03T14:22:41Z</dcterms:modified>
</cp:coreProperties>
</file>