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09" r:id="rId19"/>
    <p:sldId id="411" r:id="rId20"/>
    <p:sldId id="412" r:id="rId21"/>
    <p:sldId id="413" r:id="rId22"/>
    <p:sldId id="414" r:id="rId23"/>
    <p:sldId id="425" r:id="rId24"/>
    <p:sldId id="427" r:id="rId25"/>
    <p:sldId id="428" r:id="rId26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04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2017-02-14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362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검진예약 버튼을 클릭하면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9327</TotalTime>
  <Words>1731</Words>
  <Application>Microsoft Office PowerPoint</Application>
  <PresentationFormat>A4 용지(210x297mm)</PresentationFormat>
  <Paragraphs>356</Paragraphs>
  <Slides>25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6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899</cp:revision>
  <dcterms:created xsi:type="dcterms:W3CDTF">2015-12-03T08:16:51Z</dcterms:created>
  <dcterms:modified xsi:type="dcterms:W3CDTF">2017-02-14T14:08:16Z</dcterms:modified>
</cp:coreProperties>
</file>