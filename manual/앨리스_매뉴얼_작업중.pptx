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42"/>
  </p:notesMasterIdLst>
  <p:handoutMasterIdLst>
    <p:handoutMasterId r:id="rId43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7" r:id="rId35"/>
    <p:sldId id="448" r:id="rId36"/>
    <p:sldId id="449" r:id="rId37"/>
    <p:sldId id="429" r:id="rId38"/>
    <p:sldId id="430" r:id="rId39"/>
    <p:sldId id="431" r:id="rId40"/>
    <p:sldId id="432" r:id="rId41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04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2017-03-01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4247317"/>
            <a:chOff x="4738688" y="1000125"/>
            <a:chExt cx="4894262" cy="4247317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24731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리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</a:t>
              </a:r>
              <a:r>
                <a:rPr lang="ko-KR" altLang="en-US" sz="800" dirty="0" smtClean="0">
                  <a:solidFill>
                    <a:srgbClr val="FF0000"/>
                  </a:solidFill>
                </a:rPr>
                <a:t>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리</a:t>
            </a:r>
            <a:endParaRPr kumimoji="0" lang="ko-KR" altLang="en-US" dirty="0" smtClean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상관없이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9833</TotalTime>
  <Words>2678</Words>
  <Application>Microsoft Office PowerPoint</Application>
  <PresentationFormat>A4 용지(210x297mm)</PresentationFormat>
  <Paragraphs>589</Paragraphs>
  <Slides>40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41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968</cp:revision>
  <dcterms:created xsi:type="dcterms:W3CDTF">2015-12-03T08:16:51Z</dcterms:created>
  <dcterms:modified xsi:type="dcterms:W3CDTF">2017-03-01T14:48:36Z</dcterms:modified>
</cp:coreProperties>
</file>