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s/slide56.xml" ContentType="application/vnd.openxmlformats-officedocument.presentationml.slide+xml"/>
  <Override PartName="/ppt/slides/slide5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slides/slide5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63"/>
  </p:notesMasterIdLst>
  <p:handoutMasterIdLst>
    <p:handoutMasterId r:id="rId64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73" r:id="rId35"/>
    <p:sldId id="472" r:id="rId36"/>
    <p:sldId id="448" r:id="rId37"/>
    <p:sldId id="449" r:id="rId38"/>
    <p:sldId id="450" r:id="rId39"/>
    <p:sldId id="451" r:id="rId40"/>
    <p:sldId id="452" r:id="rId41"/>
    <p:sldId id="453" r:id="rId42"/>
    <p:sldId id="454" r:id="rId43"/>
    <p:sldId id="455" r:id="rId44"/>
    <p:sldId id="457" r:id="rId45"/>
    <p:sldId id="458" r:id="rId46"/>
    <p:sldId id="459" r:id="rId47"/>
    <p:sldId id="460" r:id="rId48"/>
    <p:sldId id="461" r:id="rId49"/>
    <p:sldId id="463" r:id="rId50"/>
    <p:sldId id="464" r:id="rId51"/>
    <p:sldId id="465" r:id="rId52"/>
    <p:sldId id="466" r:id="rId53"/>
    <p:sldId id="467" r:id="rId54"/>
    <p:sldId id="468" r:id="rId55"/>
    <p:sldId id="469" r:id="rId56"/>
    <p:sldId id="470" r:id="rId57"/>
    <p:sldId id="471" r:id="rId58"/>
    <p:sldId id="429" r:id="rId59"/>
    <p:sldId id="430" r:id="rId60"/>
    <p:sldId id="431" r:id="rId61"/>
    <p:sldId id="432" r:id="rId62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>
        <p:scale>
          <a:sx n="125" d="100"/>
          <a:sy n="125" d="100"/>
        </p:scale>
        <p:origin x="-1410" y="108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2017-05-01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3" y="1643050"/>
            <a:ext cx="5315617" cy="40005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학생검진</a:t>
            </a:r>
            <a:endParaRPr kumimoji="0" lang="ko-KR" altLang="en-US" dirty="0" smtClean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30063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1785926"/>
            <a:ext cx="5286412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인적 및 결과등록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접수 및 결과입력 화면입니다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인적 조회 조건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 접수되어 있는 학생검진 접수 내역을 조회할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내역은 좌측에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접수 정보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 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는 기 등록된 사업장 코드에서 등록하여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학교명에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초등학교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중학교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를 꼭 입력해주시기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학교명을 참조하여 학교 구분을 자동으로 입력합니다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다 입력한 뒤에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몸무게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비만 여부에 따른 혈액검사 유무를 구분하기 위함입니다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 혹은 키보드의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“F2”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523844" y="1928802"/>
            <a:ext cx="1571636" cy="292895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881034" y="2714620"/>
            <a:ext cx="714379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 내역</a:t>
            </a:r>
            <a:endParaRPr lang="ko-KR" altLang="en-US" sz="1000" b="1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2125960" y="1928802"/>
            <a:ext cx="3684296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202404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86499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</a:t>
            </a: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7471" y="1857364"/>
            <a:ext cx="3491149" cy="27973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소견코드 설정</a:t>
            </a:r>
            <a:endParaRPr kumimoji="0" lang="en-US" altLang="ko-KR" sz="14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55709" y="3096524"/>
            <a:ext cx="3429024" cy="142876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소견코드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5709" y="2239268"/>
            <a:ext cx="3429024" cy="7611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604595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4524372" y="1571612"/>
            <a:ext cx="5214973" cy="4452964"/>
            <a:chOff x="4524372" y="1571612"/>
            <a:chExt cx="5214973" cy="445296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4524372" y="1571612"/>
              <a:ext cx="5214973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 형식 결과값을 저장해놓고 사용할 수 있는 소견 코드 목록입니다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선택하면 아래의 소견 정보에 소견내용이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소견 정보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소견명과 내용을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소견 내용을 수정하고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내용이 수정됩니다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소견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타 코드와 중복되지 않게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8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신규로 생성할 소견코드를 검사코드에 연결시킵니다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검사코드를 연결하면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소견형태의 검사 결과값을 입력할 때 검색하여 사용할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4810124" y="2909906"/>
              <a:ext cx="3429024" cy="172229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7" name="TextBox 16"/>
            <p:cNvSpPr txBox="1"/>
            <p:nvPr/>
          </p:nvSpPr>
          <p:spPr>
            <a:xfrm>
              <a:off x="4881562" y="3357562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 smtClean="0">
                  <a:solidFill>
                    <a:srgbClr val="FF0000"/>
                  </a:solidFill>
                </a:rPr>
                <a:t>소견내용</a:t>
              </a:r>
              <a:endParaRPr lang="en-US" altLang="ko-KR" sz="800" dirty="0" smtClean="0">
                <a:solidFill>
                  <a:srgbClr val="FF0000"/>
                </a:solidFill>
              </a:endParaRP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15053" y="5357826"/>
              <a:ext cx="1152525" cy="666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8" name="직사각형 17"/>
            <p:cNvSpPr/>
            <p:nvPr/>
          </p:nvSpPr>
          <p:spPr>
            <a:xfrm>
              <a:off x="6015053" y="5500702"/>
              <a:ext cx="303303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97840"/>
            <a:ext cx="4585535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항목설정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참고치 설정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071678"/>
            <a:ext cx="335758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공단검진 참고치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검진차수 에 해당하는 공단검진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 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A,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B,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질환의심 범위의 참고치를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 프로그램의 자체 기준치 설정과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참고치를 자체적으로 수정하여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통보서 출력 시 여기에 입력한 참고치를 사용합니다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항목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검진년도에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본인부담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항목 별 금액의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10%,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공단부담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90%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검사수가는 매 년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본사에서 업데이트 해드립니다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2071678"/>
            <a:ext cx="1214446" cy="307183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3952868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/>
        </p:nvGrpSpPr>
        <p:grpSpPr>
          <a:xfrm>
            <a:off x="738158" y="1975095"/>
            <a:ext cx="4585535" cy="3064372"/>
            <a:chOff x="738158" y="1975095"/>
            <a:chExt cx="4585535" cy="3064372"/>
          </a:xfrm>
        </p:grpSpPr>
        <p:pic>
          <p:nvPicPr>
            <p:cNvPr id="22530" name="Picture 8"/>
            <p:cNvPicPr>
              <a:picLocks noChangeAspect="1" noChangeArrowheads="1"/>
            </p:cNvPicPr>
            <p:nvPr/>
          </p:nvPicPr>
          <p:blipFill>
            <a:blip r:embed="rId2"/>
            <a:stretch>
              <a:fillRect/>
            </a:stretch>
          </p:blipFill>
          <p:spPr bwMode="auto">
            <a:xfrm>
              <a:off x="738158" y="1975095"/>
              <a:ext cx="4585535" cy="306437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2" name="TextBox 11"/>
            <p:cNvSpPr txBox="1"/>
            <p:nvPr/>
          </p:nvSpPr>
          <p:spPr>
            <a:xfrm>
              <a:off x="1238224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738290" y="209368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 smtClean="0">
                  <a:solidFill>
                    <a:srgbClr val="FF0000"/>
                  </a:solidFill>
                </a:rPr>
                <a:t>검사수가</a:t>
              </a:r>
              <a:endParaRPr lang="ko-KR" altLang="en-US" sz="800" b="1" dirty="0">
                <a:solidFill>
                  <a:srgbClr val="FF0000"/>
                </a:solidFill>
              </a:endParaRP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학생검진 항목설정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45720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항목설정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학생검진 코드 및 수가를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학생검진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항목표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학생검진 검사항목에 해당하는 항목 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사용하시는 코드를 검사항목에 각각 입력해주시면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입력란의 우측에는 검사 수가를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학교 밖 검진 항목설정도 사용방법이 동일합니다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1" y="1857364"/>
            <a:ext cx="4734450" cy="32861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08262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판정코드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38158" y="2143116"/>
            <a:ext cx="1000132" cy="285752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판정코드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일반검진 자동판정 코드 및 기준치를 설정합니다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등록되어 있는 판정 조건을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검사코드별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판정별로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정렬하여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 상단에서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참고치 및 판정 정보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좌측에서 선택한 판정 조건의 세부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화면에서 판정 조건과 연결되어 있는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숫자인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남녀 각각 최하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최상 참고치를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결과유형이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참고치를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 결과값과 참고치를 동일하게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- ex)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과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은 서로 다른 결과값으로 인식됩니다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내릴 판정 유형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(B, R1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세부판정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선택하고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입력할 소견을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 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판정 조건 내용 표시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설정한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해당하는 결과값이 나왔을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항목에 자동으로 추가할 검사 코드를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접수를 할 때 코드가 자동으로 추가됩니다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판정 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혈당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대상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=&gt;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당뇨검사 판정 코드에서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 항목에 혈당검사 코드 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61620" cy="2786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9135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552700"/>
            <a:ext cx="4857784" cy="73342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30003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사용자 관리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프로그램에 로그인할 때 사용할 계정 정보를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현재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서버에 등록되어 있는 사용자 목록을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 계정 전체를 조회하고 관리하려면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계정으로 로그인해야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관리자 계정의 아이디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비밀번호는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본사에 문의하여 주십시오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관리자를 제외한 계정으로 접속하면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접속한 계정의 비밀번호만 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사용자 계정 생성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 초기화 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입력할 수 있도록 활성화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생성할 아이디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비밀번호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권한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사용자명을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사용자 권한에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“0”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입력하면 모든 권한을 부여합니다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후에 계정을 수정하려면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조회 화면에서 계정을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수정한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아이디는 수정할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523844" y="4374170"/>
            <a:ext cx="1428760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41687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23844" y="2258326"/>
            <a:ext cx="3286148" cy="18959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3809992" y="1785926"/>
            <a:ext cx="642942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입력창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꺾인 연결선 17"/>
          <p:cNvCxnSpPr>
            <a:stCxn id="15" idx="0"/>
            <a:endCxn id="16" idx="1"/>
          </p:cNvCxnSpPr>
          <p:nvPr/>
        </p:nvCxnSpPr>
        <p:spPr>
          <a:xfrm rot="5400000" flipH="1" flipV="1">
            <a:off x="2823693" y="1272027"/>
            <a:ext cx="329524" cy="1643074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857364"/>
            <a:ext cx="4845856" cy="30718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23844" y="2143116"/>
            <a:ext cx="2286016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00024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연동문자 결과변환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OCS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에서 결과받기 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문자 결과값을 변경하여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453066" y="1571612"/>
            <a:ext cx="4286279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검사항목 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등록되어 있는 검사항목 코드를 조회하여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형식인 항목만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항목을 클릭하면 우측에 결과 항목에 등록되어 있는 결과 코드가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결과받기로 가져오는 결과 값을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코드에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ex) 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HBsAg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결과받기로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가져올 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“Negative”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이면 앨리스에 결과값을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변경하여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OCS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결과치를 입력할 때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대소문자를 꼭 구분하고 공백이나 특수문자도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100%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동일하게 입력하여야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919784" y="2189840"/>
            <a:ext cx="2390406" cy="7390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09860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524240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Ⅶ.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고객지원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97840"/>
            <a:ext cx="4920034" cy="3559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103400" cy="571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인적 별 검진결과를 조회하고 엑셀로 저장합니다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45243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조회할 검진 자료가 많은 경우 프로그램 작동이 중지될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결과확인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하단 화면에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정보와 검진 결과값을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검진 내역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차트번호 등 인적 정보를 먼저 표시하고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항목별 검진 결과를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방향키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눌러서 이동하여 확인합니다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전환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내역을 조회한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“EXCELL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저장 경로를 묻는 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경로와 파일 이름을 확인한 뒤 저장합니다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현재 컴퓨터에서 사용중인 엑셀 버전이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이상인 경우에는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“EXCELL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(2010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이상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클릭하여 저장합니다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666720" y="2541264"/>
            <a:ext cx="4865400" cy="131636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309951"/>
            <a:ext cx="3455574" cy="1547809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sp>
        <p:nvSpPr>
          <p:cNvPr id="16" name="타원 15"/>
          <p:cNvSpPr/>
          <p:nvPr/>
        </p:nvSpPr>
        <p:spPr>
          <a:xfrm>
            <a:off x="523844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3643313"/>
            <a:ext cx="4341619" cy="271464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pic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3"/>
          <a:srcRect b="31437"/>
          <a:stretch>
            <a:fillRect/>
          </a:stretch>
        </p:blipFill>
        <p:spPr bwMode="auto">
          <a:xfrm>
            <a:off x="666720" y="1928802"/>
            <a:ext cx="5072098" cy="150019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80530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4286280" cy="6162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검진결과 엑셀전환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엑셀로 전환할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검진결과를 직접 설정하여 전환합니다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기존 엑셀전환 기능에서 표시할 </a:t>
            </a:r>
            <a:r>
              <a:rPr kumimoji="0" lang="ko-KR" altLang="en-US" sz="1000" b="1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인적정보와</a:t>
            </a:r>
            <a:r>
              <a:rPr kumimoji="0" lang="ko-KR" altLang="en-US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검사항목을 직접 설정하는 기능이 추가된 메뉴입니다</a:t>
            </a: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 조회 조건을 설정하고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설정값을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엑셀 항목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엑셀로 전환할 내용을 직접 설정할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 정보를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인적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묶음코드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탭에서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개별코드 단위로 추가하려면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조회하여 추가합니다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 설정을 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상단의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제목을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입력한 설정을 저장하여 추후에도 사용할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에서 저장한 설정 정보를 선택하고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 적용하고 전환 화면으로 돌아갑니다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66720" y="4071942"/>
            <a:ext cx="1500198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4095744" y="1928802"/>
            <a:ext cx="500066" cy="42862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Shape 16"/>
          <p:cNvCxnSpPr>
            <a:stCxn id="15" idx="2"/>
            <a:endCxn id="1026" idx="0"/>
          </p:cNvCxnSpPr>
          <p:nvPr/>
        </p:nvCxnSpPr>
        <p:spPr>
          <a:xfrm rot="10800000" flipV="1">
            <a:off x="2837530" y="2143115"/>
            <a:ext cx="1258215" cy="1500197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타원 18"/>
          <p:cNvSpPr/>
          <p:nvPr/>
        </p:nvSpPr>
        <p:spPr>
          <a:xfrm>
            <a:off x="523844" y="364331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2381232" y="4071942"/>
            <a:ext cx="1357322" cy="228601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952472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항목 조회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666984" y="5786454"/>
            <a:ext cx="928694" cy="285752"/>
          </a:xfrm>
          <a:prstGeom prst="rect">
            <a:avLst/>
          </a:prstGeom>
          <a:solidFill>
            <a:srgbClr val="FFFF00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2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 화면</a:t>
            </a:r>
            <a:endParaRPr lang="en-US" altLang="ko-KR" sz="1200" b="1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19" y="1936339"/>
            <a:ext cx="5120159" cy="327107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22501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SMS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보내기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등록된 인적 정보를 조회하여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SMS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를 보냅니다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서비스 로그인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SMS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서비스는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이라는 타 업체를 통해서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사용할 수 있도록 제공됩니다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회원가입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모바일타운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홈페이지로 연결되며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계정을 생성하고 요금을 충전한 뒤 사용하시면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계정 생성 및 충전이 완료되면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ID,PW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소스 보고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사용법좀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04820" y="2071678"/>
            <a:ext cx="890594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936339"/>
            <a:ext cx="5092096" cy="34929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637260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의료비 수납내역 공단파일 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의료비 수납내역 공단파일 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연말정산에 사용할 수납내역 제출 파일을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 파일을 생성할 인적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수납일자를 기준으로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 내역이 있는 인적만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=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수납일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검진일과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수납일이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같은 인원만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생성 내용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제출파일에 입력할 내용을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사업자번호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기관기호 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병원 코드 등록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입력한 내용이 자동으로 설정됩니다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초록색으로 표시된 항목은 필수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입력값이며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정확하게 기재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해주시기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설정이 완료된 다음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공단파일생성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파일 생성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경로를 묻는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설정값이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제대로 입력되어있지 않으면 화면이 표시되지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화면에 표시된 인원 전체가 파일에 포함되어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제출하기 전에 공단제공 프로그램에서 오류검증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제출하시기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071678"/>
            <a:ext cx="3319486" cy="46578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556504"/>
            <a:ext cx="5072098" cy="51530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101076"/>
            <a:ext cx="5092096" cy="316345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검진일자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검진일자를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인적 정보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검진일자를 변경할 접수 내역의 정보를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검진일자를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시작번호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종료번호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검체번호를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변환일자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검진 일자를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변경할 때는 병원 전체에서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 사용을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중단하여야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검진일자를 변경하는 도중에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앨리스를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사용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하게 되면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데이터가 잘못 입력될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검진일자 되돌리기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변경을 통해 검진일자를 변경한 인적들을 다시 원래대로 되돌립니다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동일하게 조회조건을 좌측에 설정하고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되돌리기 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기존 검진일자가 변경된 인적만 실행되며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 변경에 실패한 인적이 하단에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500306"/>
            <a:ext cx="2071702" cy="271464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2809860" y="2500306"/>
            <a:ext cx="2857520" cy="214314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666984" y="235743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2071678"/>
            <a:ext cx="5092096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6399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통보일 및 판정일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접수된 내역들의 통보일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판정일을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일괄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암검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중 검진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 중 변경할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항목에 따른 기간을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 및 일자 변경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변경일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변경시킬 일자를 입력하고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변경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 표시된 인원 전체에 대해 일자 변경이 실행됩니다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666720" y="2285992"/>
            <a:ext cx="3429024" cy="25908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66720" y="2571744"/>
            <a:ext cx="4857784" cy="178595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03461" y="2071678"/>
            <a:ext cx="4732862" cy="2507587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9568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팍스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촬영 방법 변경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 입력된 팍스 촬영 방법 정보를 변경합니다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일검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유방암 중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기간을 설정한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조건에 해당하는 내역과 입력되어 있는 촬영 구분 값이 표시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 하단에서 변경시킬 값을 선택하고 변경버튼을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내역 전체에 대하여 변경을 실행합니다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738158" y="2285992"/>
            <a:ext cx="3214710" cy="3124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595282" y="21431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738158" y="2620322"/>
            <a:ext cx="4643470" cy="18802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595282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8158" y="1784260"/>
            <a:ext cx="4627772" cy="4068041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고객지원</a:t>
            </a:r>
            <a:endParaRPr kumimoji="0" lang="ko-KR" altLang="en-US" dirty="0" smtClean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고객지원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아름누리메디컴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본사의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프로그램 유지보수 부서에서 지원합니다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원격제어 요청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프로그램 사용에 있어서 문의사항이 있으시면 먼저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아름누리메디컴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본사의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사업부로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연락주시기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바랍니다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본사 전화번호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02-522-1911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내선번호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번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원격지원 시작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원격제어 프로그램 다운로드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창이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원격제어 프로그램을 다운 및 실행합니다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프로그램이 실행되면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본사 직원이 안내해준 번호를 클릭하고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/>
            </a:r>
            <a:b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</a:b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원격제어 동의를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666984" y="4000504"/>
            <a:ext cx="1000132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524108" y="385762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024174" y="4357694"/>
            <a:ext cx="2357454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4" name="Shape 13"/>
          <p:cNvCxnSpPr>
            <a:stCxn id="18" idx="3"/>
            <a:endCxn id="15" idx="0"/>
          </p:cNvCxnSpPr>
          <p:nvPr/>
        </p:nvCxnSpPr>
        <p:spPr>
          <a:xfrm>
            <a:off x="3667116" y="4179099"/>
            <a:ext cx="535785" cy="178595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 descr="캡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74" y="3571876"/>
            <a:ext cx="2236502" cy="276443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10776</TotalTime>
  <Words>4197</Words>
  <Application>Microsoft Office PowerPoint</Application>
  <PresentationFormat>A4 용지(210x297mm)</PresentationFormat>
  <Paragraphs>973</Paragraphs>
  <Slides>61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2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  <vt:lpstr>슬라이드 45</vt:lpstr>
      <vt:lpstr>슬라이드 46</vt:lpstr>
      <vt:lpstr>슬라이드 47</vt:lpstr>
      <vt:lpstr>슬라이드 48</vt:lpstr>
      <vt:lpstr>슬라이드 49</vt:lpstr>
      <vt:lpstr>슬라이드 50</vt:lpstr>
      <vt:lpstr>슬라이드 51</vt:lpstr>
      <vt:lpstr>슬라이드 52</vt:lpstr>
      <vt:lpstr>슬라이드 53</vt:lpstr>
      <vt:lpstr>슬라이드 54</vt:lpstr>
      <vt:lpstr>슬라이드 55</vt:lpstr>
      <vt:lpstr>슬라이드 56</vt:lpstr>
      <vt:lpstr>슬라이드 57</vt:lpstr>
      <vt:lpstr>슬라이드 58</vt:lpstr>
      <vt:lpstr>슬라이드 59</vt:lpstr>
      <vt:lpstr>슬라이드 60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1054</cp:revision>
  <dcterms:created xsi:type="dcterms:W3CDTF">2015-12-03T08:16:51Z</dcterms:created>
  <dcterms:modified xsi:type="dcterms:W3CDTF">2017-05-01T12:58:28Z</dcterms:modified>
</cp:coreProperties>
</file>