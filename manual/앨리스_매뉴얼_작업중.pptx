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50"/>
  </p:notesMasterIdLst>
  <p:handoutMasterIdLst>
    <p:handoutMasterId r:id="rId51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54" r:id="rId42"/>
    <p:sldId id="455" r:id="rId43"/>
    <p:sldId id="457" r:id="rId44"/>
    <p:sldId id="458" r:id="rId45"/>
    <p:sldId id="429" r:id="rId46"/>
    <p:sldId id="430" r:id="rId47"/>
    <p:sldId id="431" r:id="rId48"/>
    <p:sldId id="432" r:id="rId49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10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handoutMaster" Target="handoutMasters/handoutMaster1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2017-03-08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975095"/>
            <a:ext cx="4585535" cy="30643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8224" y="2093688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 smtClean="0">
                <a:solidFill>
                  <a:srgbClr val="FF0000"/>
                </a:solidFill>
              </a:rPr>
              <a:t>코드번호</a:t>
            </a:r>
            <a:endParaRPr lang="ko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738290" y="2093688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 smtClean="0">
                <a:solidFill>
                  <a:srgbClr val="FF0000"/>
                </a:solidFill>
              </a:rPr>
              <a:t>검사수가</a:t>
            </a:r>
            <a:endParaRPr lang="ko-KR" altLang="en-US" sz="800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10115</TotalTime>
  <Words>3353</Words>
  <Application>Microsoft Office PowerPoint</Application>
  <PresentationFormat>A4 용지(210x297mm)</PresentationFormat>
  <Paragraphs>765</Paragraphs>
  <Slides>48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49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1001</cp:revision>
  <dcterms:created xsi:type="dcterms:W3CDTF">2015-12-03T08:16:51Z</dcterms:created>
  <dcterms:modified xsi:type="dcterms:W3CDTF">2017-03-08T14:25:49Z</dcterms:modified>
</cp:coreProperties>
</file>