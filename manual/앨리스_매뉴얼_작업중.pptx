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0" r:id="rId29"/>
    <p:sldId id="441" r:id="rId30"/>
    <p:sldId id="429" r:id="rId31"/>
    <p:sldId id="430" r:id="rId32"/>
    <p:sldId id="431" r:id="rId33"/>
    <p:sldId id="432" r:id="rId34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698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69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대상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청구파일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검진연계파일 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9595</TotalTime>
  <Words>2304</Words>
  <Application>Microsoft Office PowerPoint</Application>
  <PresentationFormat>A4 용지(210x297mm)</PresentationFormat>
  <Paragraphs>477</Paragraphs>
  <Slides>33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4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938</cp:revision>
  <dcterms:created xsi:type="dcterms:W3CDTF">2015-12-03T08:16:51Z</dcterms:created>
  <dcterms:modified xsi:type="dcterms:W3CDTF">2017-02-20T14:47:01Z</dcterms:modified>
</cp:coreProperties>
</file>