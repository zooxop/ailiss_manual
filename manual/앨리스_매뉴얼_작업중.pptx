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4" r:id="rId25"/>
    <p:sldId id="435" r:id="rId26"/>
    <p:sldId id="437" r:id="rId27"/>
    <p:sldId id="438" r:id="rId28"/>
    <p:sldId id="439" r:id="rId29"/>
    <p:sldId id="429" r:id="rId30"/>
    <p:sldId id="430" r:id="rId31"/>
    <p:sldId id="431" r:id="rId32"/>
    <p:sldId id="432" r:id="rId33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04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68913"/>
            <a:ext cx="6685865" cy="4905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524108" y="1500174"/>
            <a:ext cx="2214578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기록지 출력 버튼을 클릭하면 기록지 출력 프로그램이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표시됩니다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595546" y="1863316"/>
            <a:ext cx="2071702" cy="145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조회하여 기록지를 출력합니다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조회하여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 양식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대상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및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수검한 검진유형에 검진 날짜가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한번도 뽑지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자동으로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체크되어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통보서 출력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화면에서 선택한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체크되어 있는 내역만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한번이라도 출력한 내역은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칸에 출력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날짜가 저장되어 표시되고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체크됩니다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이미 출력한 내역도 다시 선택하여 재 출력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조회하여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 양식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67578" y="3929066"/>
            <a:ext cx="1857375" cy="561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구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대상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및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수검한 검진유형에 검진 날짜가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한번도 뽑지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자동으로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체크되어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통보서 출력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화면에서 선택한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체크되어 있는 내역만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한번이라도 출력한 내역은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칸에 출력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날짜가 저장되어 표시되고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체크됩니다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이미 출력한 내역도 다시 선택하여 재 출력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청구파일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청구 연계파일을 생성합니다</a:t>
            </a:r>
            <a:r>
              <a:rPr kumimoji="0" lang="en-US" altLang="ko-KR" sz="120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67578" y="3929066"/>
            <a:ext cx="1857375" cy="561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9534</TotalTime>
  <Words>2197</Words>
  <Application>Microsoft Office PowerPoint</Application>
  <PresentationFormat>A4 용지(210x297mm)</PresentationFormat>
  <Paragraphs>458</Paragraphs>
  <Slides>32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3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927</cp:revision>
  <dcterms:created xsi:type="dcterms:W3CDTF">2015-12-03T08:16:51Z</dcterms:created>
  <dcterms:modified xsi:type="dcterms:W3CDTF">2017-02-17T09:41:57Z</dcterms:modified>
</cp:coreProperties>
</file>