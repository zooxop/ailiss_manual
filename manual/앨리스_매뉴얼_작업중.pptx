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1" r:id="rId30"/>
    <p:sldId id="429" r:id="rId31"/>
    <p:sldId id="430" r:id="rId32"/>
    <p:sldId id="431" r:id="rId33"/>
    <p:sldId id="432" r:id="rId34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710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2017-02-23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4247317"/>
            <a:chOff x="4738688" y="1000125"/>
            <a:chExt cx="4894262" cy="4247317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247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92195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110164"/>
            <a:ext cx="5143536" cy="6758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72299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350043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생성 조건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청구파일을 생성할 대상들의 조건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810388" y="5500702"/>
            <a:ext cx="2524128" cy="7973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타원 15"/>
          <p:cNvSpPr/>
          <p:nvPr/>
        </p:nvSpPr>
        <p:spPr>
          <a:xfrm>
            <a:off x="4667248" y="285749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9647</TotalTime>
  <Words>2323</Words>
  <Application>Microsoft Office PowerPoint</Application>
  <PresentationFormat>A4 용지(210x297mm)</PresentationFormat>
  <Paragraphs>481</Paragraphs>
  <Slides>33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4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944</cp:revision>
  <dcterms:created xsi:type="dcterms:W3CDTF">2015-12-03T08:16:51Z</dcterms:created>
  <dcterms:modified xsi:type="dcterms:W3CDTF">2017-02-23T15:06:46Z</dcterms:modified>
</cp:coreProperties>
</file>